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smRid1"/>
  </p:sldMasterIdLst>
  <p:sldIdLst>
    <p:sldId xmlns:r="http://schemas.openxmlformats.org/officeDocument/2006/relationships" id="256" r:id="sldR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smRid1" /><Relationship Type="http://schemas.openxmlformats.org/officeDocument/2006/relationships/slide" Target="/ppt/slides/slide1.xml" Id="sldR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themeRid1" /><Relationship Type="http://schemas.openxmlformats.org/officeDocument/2006/relationships/slideLayout" Target="/ppt/slideLayouts/slideLayout1.xml" Id="slRi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slR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749dcd1b4a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