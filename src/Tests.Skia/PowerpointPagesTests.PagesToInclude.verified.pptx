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DeterministicId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DeterministicId4"/>
  </p:sldMasterIdLst>
  <p:sldIdLst>
    <p:sldId id="257" r:id="DeterministicId2"/>
    <p:sldId id="258" r:id="DeterministicId3"/>
    <p:sldId xmlns:r="http://schemas.openxmlformats.org/officeDocument/2006/relationships" id="256" r:id="DeterministicId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1.xml" Id="DeterministicId1" /><Relationship Type="http://schemas.openxmlformats.org/officeDocument/2006/relationships/slide" Target="slides/slide2.xml" Id="DeterministicId2" /><Relationship Type="http://schemas.openxmlformats.org/officeDocument/2006/relationships/slide" Target="slides/slide3.xml" Id="DeterministicId3" /><Relationship Type="http://schemas.openxmlformats.org/officeDocument/2006/relationships/slideMaster" Target="slideMasters/slideMaster1.xml" Id="DeterministicId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DeterministicId1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Relationship Type="http://schemas.openxmlformats.org/officeDocument/2006/relationships/theme" Target="theme/theme1.xml" Id="DeterministicI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DeterministicI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838200" y="18256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838200" y="18256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First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838200" y="18256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</p:spTree>
  </p:cSld>
</p:sld>
</file>