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2"/>
  </p:sldMasterIdLst>
  <p:sldIdLst>
    <p:sldId xmlns:r="http://schemas.openxmlformats.org/officeDocument/2006/relationships" id="256" r:id="Deterministic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Master" Target="slideMasters/slideMaster1.xml" Id="DeterministicId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