
<file path=[Content_Types].xml><?xml version="1.0" encoding="utf-8"?>
<Types xmlns="http://schemas.openxmlformats.org/package/2006/content-types">
  <Default Extension="psmdcp" ContentType="application/vnd.openxmlformats-package.core-properties+xml"/>
  <Default Extension="rels" ContentType="application/vnd.openxmlformats-package.relationships+xml"/>
  <Default Extension="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DeterministicI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smRid1"/>
  </p:sldMasterIdLst>
  <p:sldIdLst>
    <p:sldId xmlns:r="http://schemas.openxmlformats.org/officeDocument/2006/relationships" id="256" r:id="sldRid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smRid1" /><Relationship Type="http://schemas.openxmlformats.org/officeDocument/2006/relationships/slide" Target="/ppt/slides/slide1.xml" Id="sldRid1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themeRid1" /><Relationship Type="http://schemas.openxmlformats.org/officeDocument/2006/relationships/slideLayout" Target="/ppt/slideLayouts/slideLayout1.xml" Id="slRid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slRid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1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b749dcd1b4a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Hello, PowerPoint!</a:t>
            </a:r>
          </a:p>
        </p:txBody>
      </p:sp>
    </p:spTree>
  </p:cSld>
</p:sld>
</file>